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Traders Lab — BTCUSD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Higher-Timeframe POI Selection Research | 2024–2026 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Research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Sequence: Higher Timeframe → Daily → Medium Timeframe → POI → Confirmation → Execution.</a:t>
            </a:r>
          </a:p>
          <a:p>
            <a:pPr>
              <a:defRPr sz="2000"/>
            </a:pPr>
            <a:r>
              <a:t>Weekly levels establish key levels.</a:t>
            </a:r>
          </a:p>
          <a:p>
            <a:pPr>
              <a:defRPr sz="2000"/>
            </a:pPr>
            <a:r>
              <a:t>Daily levels refine the areas of interest.</a:t>
            </a:r>
          </a:p>
          <a:p>
            <a:pPr>
              <a:defRPr sz="2000"/>
            </a:pPr>
            <a:r>
              <a:t>Medium timeframe: 4H / 2H / 1H swing structure and POI.</a:t>
            </a:r>
          </a:p>
          <a:p>
            <a:pPr>
              <a:defRPr sz="2000"/>
            </a:pPr>
            <a:r>
              <a:t>The source defines seven POI criteria: A–G; imbalance (E) is optional.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Primary POI sample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627761"/>
              </p:ext>
            </p:extLst>
          </p:nvPr>
        </p:nvGraphicFramePr>
        <p:xfrm>
          <a:off x="457200" y="1417638"/>
          <a:ext cx="8229600" cy="438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POI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Order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Breaker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Rejection 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46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Additional OB entries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The two additional entries were recorded after the original 32-entry tally and kept separate in the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Criteria frequency in the 32 primary POIs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18037"/>
              </p:ext>
            </p:extLst>
          </p:nvPr>
        </p:nvGraphicFramePr>
        <p:xfrm>
          <a:off x="457200" y="1838632"/>
          <a:ext cx="8229600" cy="396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 — Structure 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27/32 (84.4%)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 — Momentum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32/32 (100%)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 — Liquidity sweep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 — Liquidity above/below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 — Imbalance (optional)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25/32 (78.1%)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 — Unmitigated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29/32 (90.6%)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97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 — Closest to liquidity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dirty="0"/>
                        <a:t>31/32 (96.9%)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943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These are criterion-presence frequencies, not trade win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Important distinction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All 32 primary POIs are marked ✓ in the source.</a:t>
            </a:r>
          </a:p>
          <a:p>
            <a:pPr>
              <a:defRPr sz="2000"/>
            </a:pPr>
            <a:r>
              <a:rPr dirty="0"/>
              <a:t>That means the recorded POIs passed their documented selection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What stands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Momentum appears in every one of the 32 primary POIs.</a:t>
            </a:r>
          </a:p>
          <a:p>
            <a:pPr>
              <a:defRPr sz="2000"/>
            </a:pPr>
            <a:r>
              <a:t>Closest-to-liquidity appears in 31 of 32.</a:t>
            </a:r>
          </a:p>
          <a:p>
            <a:pPr>
              <a:defRPr sz="2000"/>
            </a:pPr>
            <a:r>
              <a:t>Liquidity sweep, liquidity location and unmitigated status each appear in 29 of 32.</a:t>
            </a:r>
          </a:p>
          <a:p>
            <a:pPr>
              <a:defRPr sz="2000"/>
            </a:pPr>
            <a:r>
              <a:t>Imbalance is the least frequent criterion, and the source explicitly treats it as optional.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276</Words>
  <Application>Microsoft Office PowerPoint</Application>
  <PresentationFormat>On-screen Show (4:3)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Traders Lab — BTCUSD Team</vt:lpstr>
      <vt:lpstr>1. Research framework</vt:lpstr>
      <vt:lpstr>2. Primary POI sample</vt:lpstr>
      <vt:lpstr>Criteria frequency in the 32 primary POIs</vt:lpstr>
      <vt:lpstr>4. Important distinction</vt:lpstr>
      <vt:lpstr>5. What stands out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Emmanuel John</cp:lastModifiedBy>
  <cp:revision>2</cp:revision>
  <dcterms:created xsi:type="dcterms:W3CDTF">2013-01-27T09:14:16Z</dcterms:created>
  <dcterms:modified xsi:type="dcterms:W3CDTF">2026-10-03T15:24:53Z</dcterms:modified>
  <cp:category/>
</cp:coreProperties>
</file>