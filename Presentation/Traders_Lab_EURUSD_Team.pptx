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Traders Lab — EURUSD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EURUSD Backtesting Review | January–February 2024 sample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Research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Instrument: EURUSD</a:t>
            </a:r>
          </a:p>
          <a:p>
            <a:pPr>
              <a:defRPr sz="2000"/>
            </a:pPr>
            <a:r>
              <a:t>The workbook contains 59 dated rows after the header; 55 contain a setup.</a:t>
            </a:r>
          </a:p>
          <a:p>
            <a:pPr>
              <a:defRPr sz="2000"/>
            </a:pPr>
            <a:r>
              <a:t>Setup records are concentrated in January–February 2024.</a:t>
            </a:r>
          </a:p>
          <a:p>
            <a:pPr>
              <a:defRPr sz="2000"/>
            </a:pPr>
            <a:r>
              <a:t>Setup type is overwhelmingly OB: 54 OB records and 1 BB record among setup rows.</a:t>
            </a:r>
          </a:p>
          <a:p>
            <a:pPr>
              <a:defRPr sz="2000"/>
            </a:pPr>
            <a:r>
              <a:t>Fields include daily bias, setup type, direction, risk:reward and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Result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631732"/>
              </p:ext>
            </p:extLst>
          </p:nvPr>
        </p:nvGraphicFramePr>
        <p:xfrm>
          <a:off x="457200" y="1417638"/>
          <a:ext cx="8229600" cy="4388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69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9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Setup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9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9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9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69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Resolved win/loss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697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Resolved win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34.1%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Daily bias vs direction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672008"/>
              </p:ext>
            </p:extLst>
          </p:nvPr>
        </p:nvGraphicFramePr>
        <p:xfrm>
          <a:off x="457200" y="123444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Win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Bias-aligned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35.9%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Counter to recorded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Risk:Reward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Recorded RR targets in resolved trades range from 1:5 to 1:46.</a:t>
            </a:r>
          </a:p>
          <a:p>
            <a:pPr>
              <a:defRPr sz="2000"/>
            </a:pPr>
            <a:r>
              <a:t>Median recorded RR target is 1:8.</a:t>
            </a:r>
          </a:p>
          <a:p>
            <a:pPr>
              <a:defRPr sz="2000"/>
            </a:pPr>
            <a:r>
              <a:t>The sheet records target ratios, but does not consistently record realized R for each trade.</a:t>
            </a:r>
          </a:p>
          <a:p>
            <a:pPr>
              <a:defRPr sz="2000"/>
            </a:pPr>
            <a:r>
              <a:t>Therefore the listed RR should not be treated as achieved profit without additional execution/exit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What stands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sample is heavily OB-based, so it does not meaningfully compare OB vs BB.</a:t>
            </a:r>
          </a:p>
          <a:p>
            <a:pPr>
              <a:defRPr sz="2000"/>
            </a:pPr>
            <a:r>
              <a:t>There are 15 unresolved/no-result setup rows.</a:t>
            </a:r>
          </a:p>
          <a:p>
            <a:pPr>
              <a:defRPr sz="2000"/>
            </a:pPr>
            <a:r>
              <a:t>Most recorded trades are directionally aligned with the daily bias, but losses still dominate the resolved sample.</a:t>
            </a:r>
          </a:p>
          <a:p>
            <a:pPr>
              <a:defRPr sz="2000"/>
            </a:pPr>
            <a:r>
              <a:t>The huge RR targets make outcome definitions especially important: a future log must distinguish planned RR from achieved RR.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262</Words>
  <Application>Microsoft Office PowerPoint</Application>
  <PresentationFormat>On-screen Show (4:3)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Traders Lab — EURUSD Team</vt:lpstr>
      <vt:lpstr>1. Research scope</vt:lpstr>
      <vt:lpstr>2. Result summary</vt:lpstr>
      <vt:lpstr>3. Daily bias vs direction</vt:lpstr>
      <vt:lpstr>4. Risk:Reward data</vt:lpstr>
      <vt:lpstr>5. What stands out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Emmanuel John</cp:lastModifiedBy>
  <cp:revision>2</cp:revision>
  <dcterms:created xsi:type="dcterms:W3CDTF">2013-01-27T09:14:16Z</dcterms:created>
  <dcterms:modified xsi:type="dcterms:W3CDTF">2026-10-03T15:24:41Z</dcterms:modified>
  <cp:category/>
</cp:coreProperties>
</file>