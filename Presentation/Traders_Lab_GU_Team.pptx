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GU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GBPUSD (GU) Backtesting Review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Research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Instrument: GBPUSD (GU)</a:t>
            </a:r>
          </a:p>
          <a:p>
            <a:pPr>
              <a:defRPr sz="2000"/>
            </a:pPr>
            <a:r>
              <a:t>2025 PDF records 66 explicit entry observations.</a:t>
            </a:r>
          </a:p>
          <a:p>
            <a:pPr>
              <a:defRPr sz="2000"/>
            </a:pPr>
            <a:r>
              <a:t>The research focuses on OB/BB occurrence, reversals, continuations, violations and misses.</a:t>
            </a:r>
          </a:p>
          <a:p>
            <a:pPr>
              <a:defRPr sz="2000"/>
            </a:pPr>
            <a:r>
              <a:t>March is explicitly described as a period where the market sold and did not really give an entry.</a:t>
            </a:r>
          </a:p>
          <a:p>
            <a:pPr>
              <a:defRPr sz="2000"/>
            </a:pPr>
            <a:r>
              <a:t>This is a setup-observation log, not a standardized TP/SL/RR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Raw observation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921013"/>
              </p:ext>
            </p:extLst>
          </p:nvPr>
        </p:nvGraphicFramePr>
        <p:xfrm>
          <a:off x="457200" y="1417638"/>
          <a:ext cx="8229600" cy="438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 explicit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Order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Breaker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BB/OB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Type 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Explicit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Explicit misses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Violation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225440"/>
              </p:ext>
            </p:extLst>
          </p:nvPr>
        </p:nvGraphicFramePr>
        <p:xfrm>
          <a:off x="457200" y="1651818"/>
          <a:ext cx="8229600" cy="415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Violation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BB/OB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Type unspecified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These are descriptive rates from the 2025 observation log, not trade win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Market-behavior notes recorded by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Some BBs were later violated.</a:t>
            </a:r>
          </a:p>
          <a:p>
            <a:pPr>
              <a:defRPr sz="2000"/>
            </a:pPr>
            <a:r>
              <a:t>Some setups were wicked out and then price moved in the intended direction.</a:t>
            </a:r>
          </a:p>
          <a:p>
            <a:pPr>
              <a:defRPr sz="2000"/>
            </a:pPr>
            <a:r>
              <a:t>Reversal setups appear throughout the year.</a:t>
            </a:r>
          </a:p>
          <a:p>
            <a:pPr>
              <a:defRPr sz="2000"/>
            </a:pPr>
            <a:r>
              <a:t>September includes a shift from BUY observations to SELL observations.</a:t>
            </a:r>
          </a:p>
          <a:p>
            <a:pPr>
              <a:defRPr sz="2000"/>
            </a:pPr>
            <a:r>
              <a:t>October–December contain several SELL-side observations.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What the data lets us investigate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BB has more recorded violations than OB in this sample.</a:t>
            </a:r>
          </a:p>
          <a:p>
            <a:pPr>
              <a:defRPr sz="2000"/>
            </a:pPr>
            <a:r>
              <a:t>The log does not tell us whether every non-violated setup became a profitable trade.</a:t>
            </a:r>
          </a:p>
          <a:p>
            <a:pPr>
              <a:defRPr sz="2000"/>
            </a:pPr>
            <a:r>
              <a:t>A violation should be defined precisely: zone violation, structural invalidation, or stop loss?</a:t>
            </a:r>
          </a:p>
          <a:p>
            <a:pPr>
              <a:defRPr sz="2000"/>
            </a:pPr>
            <a:r>
              <a:t>The research needs outcome and R data before a genuine performance comparison can be made.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284</Words>
  <Application>Microsoft Office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Traders Lab — GU Team</vt:lpstr>
      <vt:lpstr>1. Research scope</vt:lpstr>
      <vt:lpstr>2. Raw observation summary</vt:lpstr>
      <vt:lpstr>3. Violation snapshot</vt:lpstr>
      <vt:lpstr>4. Market-behavior notes recorded by the team</vt:lpstr>
      <vt:lpstr>5. What the data lets us investigate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John</cp:lastModifiedBy>
  <cp:revision>2</cp:revision>
  <dcterms:created xsi:type="dcterms:W3CDTF">2013-01-27T09:14:16Z</dcterms:created>
  <dcterms:modified xsi:type="dcterms:W3CDTF">2026-10-03T15:24:56Z</dcterms:modified>
  <cp:category/>
</cp:coreProperties>
</file>