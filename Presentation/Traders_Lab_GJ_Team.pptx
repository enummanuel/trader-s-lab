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Traders Lab — GBPJPY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GBPJPY (GJ) Backtesting Review | 2024–2026 handwritten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Research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Instrument: GBPJPY (GJ)</a:t>
            </a:r>
          </a:p>
          <a:p>
            <a:pPr>
              <a:defRPr sz="2000"/>
            </a:pPr>
            <a:r>
              <a:t>The research is handwritten and organized around HTF context, structural shifts, pullback areas and setup sequences.</a:t>
            </a:r>
          </a:p>
          <a:p>
            <a:pPr>
              <a:defRPr sz="2000"/>
            </a:pPr>
            <a:r>
              <a:t>2024–2025 notes summarize 21 setups.</a:t>
            </a:r>
          </a:p>
          <a:p>
            <a:pPr>
              <a:defRPr sz="2000"/>
            </a:pPr>
            <a:r>
              <a:t>2026 notes summarize 21 setups.</a:t>
            </a:r>
          </a:p>
          <a:p>
            <a:pPr>
              <a:defRPr sz="2000"/>
            </a:pPr>
            <a:r>
              <a:t>The notes emphasize how setups appear during transitions between HTF zones and structural shifts.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2024–2025 setup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019685"/>
              </p:ext>
            </p:extLst>
          </p:nvPr>
        </p:nvGraphicFramePr>
        <p:xfrm>
          <a:off x="457200" y="1417638"/>
          <a:ext cx="8229600" cy="438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7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Setups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Outcome 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OB/BB 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First move / R1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 miss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 OB / 3 BB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Return from R1 toward M/OS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 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 OB / 2 BB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Final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Outcome not fully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Included in 21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16 OB / 5 BB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2026 setup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658727"/>
              </p:ext>
            </p:extLst>
          </p:nvPr>
        </p:nvGraphicFramePr>
        <p:xfrm>
          <a:off x="457200" y="1592826"/>
          <a:ext cx="8229600" cy="4213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340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Setups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Outcome 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340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Initial daily pullback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 held, 1 failed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340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Continuation after confluence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 swept; 1 BB failed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340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Total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The handwritten 2026 notes also contain an OB/BB count mismatch in the 17-setup phase, so that breakdown should be verified before using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Structural story in the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2024–2025: HTF bullish context → weekly structure break → return to OS → reversal point → continuation toward an R1 zone.</a:t>
            </a:r>
          </a:p>
          <a:p>
            <a:pPr>
              <a:defRPr sz="2000"/>
            </a:pPr>
            <a:r>
              <a:t>After reaching the R1 zone, the notes describe a short-term shift and aggressive move back toward the lower area.</a:t>
            </a:r>
          </a:p>
          <a:p>
            <a:pPr>
              <a:defRPr sz="2000"/>
            </a:pPr>
            <a:r>
              <a:t>2026: HTF bullish context → two daily BOS to the upside → 4H setup area → multiple 1H entries.</a:t>
            </a:r>
          </a:p>
          <a:p>
            <a:pPr>
              <a:defRPr sz="2000"/>
            </a:pPr>
            <a:r>
              <a:t>The notes also document a counter-trend/downside phase after a major pullback.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stands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The GJ research is strongest at describing context and sequence, not standardized trade performance.</a:t>
            </a:r>
          </a:p>
          <a:p>
            <a:pPr>
              <a:defRPr sz="2000"/>
            </a:pPr>
            <a:r>
              <a:rPr dirty="0"/>
              <a:t>The team is already thinking in terms of HTF zone → structural shift → lower-timeframe execution.</a:t>
            </a:r>
          </a:p>
          <a:p>
            <a:pPr>
              <a:defRPr sz="2000"/>
            </a:pPr>
            <a:r>
              <a:rPr dirty="0"/>
              <a:t>Several setups cluster around major pullback / continuation areas rather than appearing randomly.</a:t>
            </a:r>
          </a:p>
          <a:p>
            <a:pPr>
              <a:defRPr sz="2000"/>
            </a:pPr>
            <a:r>
              <a:rPr dirty="0"/>
              <a:t>The next step is to turn the narrative into structured fields so the pattern can be tested.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340</Words>
  <Application>Microsoft Office PowerPoint</Application>
  <PresentationFormat>On-screen Show (4:3)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Traders Lab — GBPJPY Team</vt:lpstr>
      <vt:lpstr>1. Research scope</vt:lpstr>
      <vt:lpstr> 2024–2025 setup summary</vt:lpstr>
      <vt:lpstr>2026 setup summary</vt:lpstr>
      <vt:lpstr>4. Structural story in the notes</vt:lpstr>
      <vt:lpstr>What stands out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Emmanuel John</cp:lastModifiedBy>
  <cp:revision>2</cp:revision>
  <dcterms:created xsi:type="dcterms:W3CDTF">2013-01-27T09:14:16Z</dcterms:created>
  <dcterms:modified xsi:type="dcterms:W3CDTF">2026-10-03T15:24:49Z</dcterms:modified>
  <cp:category/>
</cp:coreProperties>
</file>