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TRADERS LAB — BACKTESTING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Team-by-team presentation | Gold • EURUSD • GU • BTCUSD • GJ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tonight's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Review what each team actually found.</a:t>
            </a:r>
          </a:p>
          <a:p>
            <a:pPr>
              <a:defRPr sz="2000"/>
            </a:pPr>
            <a:r>
              <a:t>Separate raw observations from conclusions.</a:t>
            </a:r>
          </a:p>
          <a:p>
            <a:pPr>
              <a:defRPr sz="2000"/>
            </a:pPr>
            <a:r>
              <a:t>Identify missing data and inconsistencies.</a:t>
            </a:r>
          </a:p>
          <a:p>
            <a:pPr>
              <a:defRPr sz="2000"/>
            </a:pPr>
            <a:r>
              <a:t>Discuss what the current research can and cannot prove.</a:t>
            </a:r>
          </a:p>
          <a:p>
            <a:pPr>
              <a:defRPr sz="2000"/>
            </a:pPr>
            <a:r>
              <a:t>Agree on the next research standard before adding new ideas.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dataset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629682"/>
              </p:ext>
            </p:extLst>
          </p:nvPr>
        </p:nvGraphicFramePr>
        <p:xfrm>
          <a:off x="457200" y="1417638"/>
          <a:ext cx="8362336" cy="4388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0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0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0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Current research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Main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XAUUSD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Entry outcomes + 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121 records (2024–2025)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EURUSD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EURUSD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Entry outcomes + planned 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55 setup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GBPUSD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Setup observations /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66 entries (2025)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BTCUSD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BTCUSD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POI qualification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32 primary + 2 additional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GBPJPY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HTF/structure sequence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21 setups (2024–25) + 21 (2026)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central lesson from the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 do not yet have one standardized dataset across all five pairs.</a:t>
            </a:r>
          </a:p>
          <a:p>
            <a:pPr>
              <a:defRPr sz="2000"/>
            </a:pPr>
            <a:r>
              <a:t>Some teams measured outcomes; others measured setup quality or market behavior.</a:t>
            </a:r>
          </a:p>
          <a:p>
            <a:pPr>
              <a:defRPr sz="2000"/>
            </a:pPr>
            <a:r>
              <a:t>Therefore, a cross-pair 'best pair' conclusion would be premature.</a:t>
            </a:r>
          </a:p>
          <a:p>
            <a:pPr>
              <a:defRPr sz="2000"/>
            </a:pPr>
            <a:r>
              <a:t>The useful next step is standardization, not changing the strategy immediately.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master record for every future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Date | Pair | HTF bias | Market phase | Setup type | OB/BB/RB | Direction</a:t>
            </a:r>
          </a:p>
          <a:p>
            <a:pPr>
              <a:defRPr sz="2000"/>
            </a:pPr>
            <a:r>
              <a:t>Liquidity sweep? | BOS? | Momentum? | Unmitigated? | Closest to liquidity?</a:t>
            </a:r>
          </a:p>
          <a:p>
            <a:pPr>
              <a:defRPr sz="2000"/>
            </a:pPr>
            <a:r>
              <a:t>Confirmation | Entry TF | Session | Outcome | Planned RR | Realized R</a:t>
            </a:r>
          </a:p>
          <a:p>
            <a:pPr>
              <a:defRPr sz="2000"/>
            </a:pPr>
            <a:r>
              <a:t>MFE | MAE | Screenshot/link | Reason for failure/miss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I want every team to answer tonight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What did you discover that we did not previously know?</a:t>
            </a:r>
          </a:p>
          <a:p>
            <a:pPr>
              <a:defRPr sz="2000"/>
            </a:pPr>
            <a:r>
              <a:t>Where did the system repeatedly fail?</a:t>
            </a:r>
          </a:p>
          <a:p>
            <a:pPr>
              <a:defRPr sz="2000"/>
            </a:pPr>
            <a:r>
              <a:t>Which conditions appeared before the failures?</a:t>
            </a:r>
          </a:p>
          <a:p>
            <a:pPr>
              <a:defRPr sz="2000"/>
            </a:pPr>
            <a:r>
              <a:t>What information was missing from your records?</a:t>
            </a:r>
          </a:p>
          <a:p>
            <a:pPr>
              <a:defRPr sz="2000"/>
            </a:pPr>
            <a:r>
              <a:t>What single thing should we test next — and why?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we introduce new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First, preserve the current system and its raw evidence.</a:t>
            </a:r>
          </a:p>
          <a:p>
            <a:pPr>
              <a:defRPr sz="2000"/>
            </a:pPr>
            <a:r>
              <a:t>Second, standardize the logging format.</a:t>
            </a:r>
          </a:p>
          <a:p>
            <a:pPr>
              <a:defRPr sz="2000"/>
            </a:pPr>
            <a:r>
              <a:t>Third, extend the samples where they are too short.</a:t>
            </a:r>
          </a:p>
          <a:p>
            <a:pPr>
              <a:defRPr sz="2000"/>
            </a:pPr>
            <a:r>
              <a:t>Fourth, test one change at a time.</a:t>
            </a:r>
          </a:p>
          <a:p>
            <a:pPr>
              <a:defRPr sz="2000"/>
            </a:pPr>
            <a:r>
              <a:t>Only after that should we decide whether a new rule deserves a place in SLP.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370</Words>
  <Application>Microsoft Office PowerPoint</Application>
  <PresentationFormat>On-screen Show (4:3)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TRADERS LAB — BACKTESTING REVIEW</vt:lpstr>
      <vt:lpstr>Purpose of tonight's meeting</vt:lpstr>
      <vt:lpstr>Current dataset at a glance</vt:lpstr>
      <vt:lpstr>The central lesson from the research</vt:lpstr>
      <vt:lpstr>Proposed master record for every future setup</vt:lpstr>
      <vt:lpstr>Questions I want every team to answer tonight</vt:lpstr>
      <vt:lpstr>Before we introduce new ideas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Emmanuel John</cp:lastModifiedBy>
  <cp:revision>2</cp:revision>
  <dcterms:created xsi:type="dcterms:W3CDTF">2013-01-27T09:14:16Z</dcterms:created>
  <dcterms:modified xsi:type="dcterms:W3CDTF">2026-10-03T15:24:59Z</dcterms:modified>
  <cp:category/>
</cp:coreProperties>
</file>